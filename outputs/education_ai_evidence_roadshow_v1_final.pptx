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249484d6d0427b" /><Relationship Type="http://schemas.openxmlformats.org/officeDocument/2006/relationships/extended-properties" Target="/docProps/app.xml" Id="R1f580e70170a46b0" /><Relationship Type="http://schemas.openxmlformats.org/officeDocument/2006/relationships/officeDocument" Target="/ppt/presentation.xml" Id="R70b46d3ee27348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89739f1b394d52"/>
  </p:sldMasterIdLst>
  <p:notesMasterIdLst>
    <p:notesMasterId xmlns:r="http://schemas.openxmlformats.org/officeDocument/2006/relationships" r:id="Rdd8f65493a6347b9"/>
  </p:notesMasterIdLst>
  <p:sldIdLst>
    <p:sldId xmlns:r="http://schemas.openxmlformats.org/officeDocument/2006/relationships" id="256" r:id="R0d907a35b1d6414b"/>
    <p:sldId xmlns:r="http://schemas.openxmlformats.org/officeDocument/2006/relationships" id="257" r:id="Reac1cbe04da1467c"/>
    <p:sldId xmlns:r="http://schemas.openxmlformats.org/officeDocument/2006/relationships" id="258" r:id="R7b90a8b07f544dab"/>
    <p:sldId xmlns:r="http://schemas.openxmlformats.org/officeDocument/2006/relationships" id="259" r:id="R54291f801e4d408a"/>
    <p:sldId xmlns:r="http://schemas.openxmlformats.org/officeDocument/2006/relationships" id="260" r:id="Re913b98e1fdc4649"/>
    <p:sldId xmlns:r="http://schemas.openxmlformats.org/officeDocument/2006/relationships" id="261" r:id="Ra832a3f35b33472b"/>
    <p:sldId xmlns:r="http://schemas.openxmlformats.org/officeDocument/2006/relationships" id="262" r:id="R0917ae5ed87d4f44"/>
    <p:sldId xmlns:r="http://schemas.openxmlformats.org/officeDocument/2006/relationships" id="263" r:id="Rf745eb7f092a4d54"/>
    <p:sldId xmlns:r="http://schemas.openxmlformats.org/officeDocument/2006/relationships" id="264" r:id="R36bb2473d2ba4a28"/>
    <p:sldId xmlns:r="http://schemas.openxmlformats.org/officeDocument/2006/relationships" id="265" r:id="R1f6794ed5db74f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708f310d6c43d3" /><Relationship Type="http://schemas.openxmlformats.org/officeDocument/2006/relationships/slideMaster" Target="/ppt/slideMasters/slideMaster1.xml" Id="R3189739f1b394d52" /><Relationship Type="http://schemas.openxmlformats.org/officeDocument/2006/relationships/notesMaster" Target="/ppt/notesMasters/notesMaster1.xml" Id="Rdd8f65493a6347b9" /><Relationship Type="http://schemas.openxmlformats.org/officeDocument/2006/relationships/presProps" Target="/ppt/presProps.xml" Id="R7b2df995c5ed46ef" /><Relationship Type="http://schemas.openxmlformats.org/officeDocument/2006/relationships/tableStyles" Target="/ppt/tableStyles.xml" Id="R2367623ca1a44a58" /><Relationship Type="http://schemas.openxmlformats.org/officeDocument/2006/relationships/slide" Target="/ppt/slides/slide1.xml" Id="R0d907a35b1d6414b" /><Relationship Type="http://schemas.openxmlformats.org/officeDocument/2006/relationships/slide" Target="/ppt/slides/slide2.xml" Id="Reac1cbe04da1467c" /><Relationship Type="http://schemas.openxmlformats.org/officeDocument/2006/relationships/slide" Target="/ppt/slides/slide3.xml" Id="R7b90a8b07f544dab" /><Relationship Type="http://schemas.openxmlformats.org/officeDocument/2006/relationships/slide" Target="/ppt/slides/slide4.xml" Id="R54291f801e4d408a" /><Relationship Type="http://schemas.openxmlformats.org/officeDocument/2006/relationships/slide" Target="/ppt/slides/slide5.xml" Id="Re913b98e1fdc4649" /><Relationship Type="http://schemas.openxmlformats.org/officeDocument/2006/relationships/slide" Target="/ppt/slides/slide6.xml" Id="Ra832a3f35b33472b" /><Relationship Type="http://schemas.openxmlformats.org/officeDocument/2006/relationships/slide" Target="/ppt/slides/slide7.xml" Id="R0917ae5ed87d4f44" /><Relationship Type="http://schemas.openxmlformats.org/officeDocument/2006/relationships/slide" Target="/ppt/slides/slide8.xml" Id="Rf745eb7f092a4d54" /><Relationship Type="http://schemas.openxmlformats.org/officeDocument/2006/relationships/slide" Target="/ppt/slides/slide9.xml" Id="R36bb2473d2ba4a28" /><Relationship Type="http://schemas.openxmlformats.org/officeDocument/2006/relationships/slide" Target="/ppt/slides/slide10.xml" Id="R1f6794ed5db74f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7f40da80f448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c76af4b207477b" /><Relationship Type="http://schemas.openxmlformats.org/officeDocument/2006/relationships/notesMaster" Target="/ppt/notesMasters/notesMaster1.xml" Id="Ra18a7ebdfacf47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ae6601c0744467" /><Relationship Type="http://schemas.openxmlformats.org/officeDocument/2006/relationships/notesMaster" Target="/ppt/notesMasters/notesMaster1.xml" Id="R9ce9bc5175ee4d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978b49a3d461e" /><Relationship Type="http://schemas.openxmlformats.org/officeDocument/2006/relationships/notesMaster" Target="/ppt/notesMasters/notesMaster1.xml" Id="R4176e1e4488c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38e9a3f8c94c1e" /><Relationship Type="http://schemas.openxmlformats.org/officeDocument/2006/relationships/notesMaster" Target="/ppt/notesMasters/notesMaster1.xml" Id="Reeb4f91ff9fd42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ed184d87534bfd" /><Relationship Type="http://schemas.openxmlformats.org/officeDocument/2006/relationships/notesMaster" Target="/ppt/notesMasters/notesMaster1.xml" Id="R0c9098b857c04f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aea04bd50d4197" /><Relationship Type="http://schemas.openxmlformats.org/officeDocument/2006/relationships/notesMaster" Target="/ppt/notesMasters/notesMaster1.xml" Id="Re9fb5606e49946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2d2186baff4f9e" /><Relationship Type="http://schemas.openxmlformats.org/officeDocument/2006/relationships/notesMaster" Target="/ppt/notesMasters/notesMaster1.xml" Id="R1e79ee1c678c42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cebbda13c14fd9" /><Relationship Type="http://schemas.openxmlformats.org/officeDocument/2006/relationships/notesMaster" Target="/ppt/notesMasters/notesMaster1.xml" Id="R09b57682c44744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9f3860ccdb4eac" /><Relationship Type="http://schemas.openxmlformats.org/officeDocument/2006/relationships/notesMaster" Target="/ppt/notesMasters/notesMaster1.xml" Id="R59195ac397c244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04c5b562ab4a48" /><Relationship Type="http://schemas.openxmlformats.org/officeDocument/2006/relationships/notesMaster" Target="/ppt/notesMasters/notesMaster1.xml" Id="R1615db3152d64d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本页只建立问题与核心发现。全部数字来自开发版 70 条记录，不代表 Formal AIV。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将评委注意力从模型复杂度转到测量对象与证据来源。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流程图对应项目现有开发闭环；最后一步明确 Formal AIV 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数字来自 reports/development/raw_adjusted_metrics.csv 与 core_numbers_source_of_truth.json。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这里展示现有真实开发结构的 sensitivity，不把它解释成异质数据下的普遍规律。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消融数据来自 reports/development/ablation_results.csv。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反例均来自 development records；没有新增模型或标签判断。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严格保持 Formal Gate 边界；不呈现任何具体 R1 标签或判断。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文件：reports/demo/index.html。演示时拖动 λ_prompt，并强调 undefined 不等于 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结尾回到核心发现与当前可交付边界。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d9dcda03c43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bf927cb70f4c14" /><Relationship Type="http://schemas.openxmlformats.org/officeDocument/2006/relationships/slideLayout" Target="/ppt/slideLayouts/slideLayout1.xml" Id="Rf76344f097004e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6344f097004e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e93c6785f4595" /><Relationship Type="http://schemas.openxmlformats.org/officeDocument/2006/relationships/notesSlide" Target="/ppt/notesSlides/notesSlide1.xml" Id="R785ea41a327645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7446fd10a43a3" /><Relationship Type="http://schemas.openxmlformats.org/officeDocument/2006/relationships/notesSlide" Target="/ppt/notesSlides/notesSlide2.xml" Id="Rc22a00e3511f4e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32e5e6dbf49b0" /><Relationship Type="http://schemas.openxmlformats.org/officeDocument/2006/relationships/notesSlide" Target="/ppt/notesSlides/notesSlide3.xml" Id="R74b0de31f9da41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27da9abf94fd0" /><Relationship Type="http://schemas.openxmlformats.org/officeDocument/2006/relationships/notesSlide" Target="/ppt/notesSlides/notesSlide4.xml" Id="Ra793f1098b7648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53040804049a8" /><Relationship Type="http://schemas.openxmlformats.org/officeDocument/2006/relationships/notesSlide" Target="/ppt/notesSlides/notesSlide5.xml" Id="Re8fa3d2e1d1642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55d379c794785" /><Relationship Type="http://schemas.openxmlformats.org/officeDocument/2006/relationships/notesSlide" Target="/ppt/notesSlides/notesSlide6.xml" Id="Ra39f4f8c753e4e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bc13c28be4f1d" /><Relationship Type="http://schemas.openxmlformats.org/officeDocument/2006/relationships/notesSlide" Target="/ppt/notesSlides/notesSlide7.xml" Id="R78d3c0988e264a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a50e52c654928" /><Relationship Type="http://schemas.openxmlformats.org/officeDocument/2006/relationships/notesSlide" Target="/ppt/notesSlides/notesSlide8.xml" Id="R439ccb6fe7ac47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79b6a97654f78" /><Relationship Type="http://schemas.openxmlformats.org/officeDocument/2006/relationships/notesSlide" Target="/ppt/notesSlides/notesSlide9.xml" Id="Rb641862e822d42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3fb18a5f54ee4" /><Relationship Type="http://schemas.openxmlformats.org/officeDocument/2006/relationships/notesSlide" Target="/ppt/notesSlides/notesSlide10.xml" Id="R6fcb5ab1508340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E7847-9C00-41C6-87A2-6F0070B3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教育 AI 增量价值评价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669A3-2EC0-4E11-9804-C66AE010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BFD4FF"/>
                </a:solidFill>
                <a:latin typeface="Aptos"/>
                <a:ea typeface="Aptos"/>
                <a:cs typeface="Aptos"/>
              </a:rPr>
              <a:t>从“分数”走向“有证据的分数”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9583D-2E07-467D-B81F-600F48FB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533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0375F"/>
          </a:solidFill>
          <a:ln xmlns:a="http://schemas.openxmlformats.org/drawingml/2006/main" w="9525">
            <a:solidFill>
              <a:srgbClr val="3E5B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C24B1-5857-4CEB-8515-28A77EAF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DB7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DB7E8"/>
                </a:solidFill>
                <a:latin typeface="Aptos"/>
                <a:ea typeface="Aptos"/>
                <a:cs typeface="Aptos"/>
              </a:rPr>
              <a:t>核心发现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BD1D3-47D7-4E80-89E2-5A9F069E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 stability does not imply Evidence Support stability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544C2-33FE-49A6-A7C4-9BCBB692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8D5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5EB"/>
                </a:solidFill>
                <a:latin typeface="Aptos"/>
                <a:ea typeface="Aptos"/>
                <a:cs typeface="Aptos"/>
              </a:rPr>
              <a:t>中国第一届数学建模黑客松 · 赛道一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6E408-F9DF-41AA-9733-59CAAF5D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DB7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7E8"/>
                </a:solidFill>
                <a:latin typeface="Aptos"/>
                <a:ea typeface="Aptos"/>
                <a:cs typeface="Aptos"/>
              </a:rPr>
              <a:t>完整比赛路演版本 · 2026-09-26</a:t>
            </a:r>
          </a:p>
        </p:txBody>
      </p:sp>
    </p:spTree>
    <p:extLst>
      <p:ext uri="{BB962C8B-B14F-4D97-AF65-F5344CB8AC3E}">
        <p14:creationId xmlns:p14="http://schemas.microsoft.com/office/powerpoint/2010/main" val="529444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CA0E5-4CAC-4D06-91C2-D737C313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Measurement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A42D0-D3B1-4867-9FEB-1DE4C1AC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进入学习过程后，观测到的文本不再等于学生独立产出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F39C2-0E36-4887-BDFD-3BF0DE65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158F8-3F67-45E1-A91D-0A2E6B5C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Observed interaction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43E5-E090-4355-A292-3EBCEF10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学生文本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B8D4A-1A83-41FF-A006-D3CA5BA7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AI 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6EBB0-886F-4AA5-978F-DBA8480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上下文缺失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D8333-5A64-4FE4-A335-E941708F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标注不确定性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F5C6D-26A1-4985-A653-27D5CA3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同一条记录可能同时包含多种来源。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27E89-65BF-4F0C-B1F4-7B03A61D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71625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4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F8EB1-03FC-4C9C-BB23-551C0F4E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9D898-2085-4649-8C88-1B521537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评价系统如何知道分数背后有多少真正属于学生的证据？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4FDF1-BC2F-4D49-A9D6-0D69903A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290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我们把“Score”和“Evidence Support”分开报告。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D5EC7-8ECB-4B6C-A01C-CCDC9B9A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386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这是测量问题，不能用更复杂的模型掩盖。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276A8-BA78-4079-BB75-8438930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RESEARCH_CORE_FROZEN_FOR_SUBMISSION · DEVELOPMENT_ONLY · AI_PROVISIONAL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947EE-32C5-4471-BB9D-EA54DFB8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4548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9C4FB-2A98-45FE-855D-1468F7F4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Evidence Reliability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741F6-9AC4-48A3-9C05-767938D5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先筛选证据，再对可靠性做透明的敏感性处理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D55A4-3D9C-4D46-87A7-76C33B96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39437-97C2-46AC-9CED-B5497E42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15D5C-3DDF-486E-B193-85CB2BE0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Observed Logs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FCD1C-683B-4A71-8D30-6103505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原始交互记录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64CAD-2B4C-4EEF-9DEE-BE33416E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393E0-6DB6-4D4B-8E46-83F37805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C0637-D2E4-42EB-8540-BE3AF7C9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71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BE033-67E6-424F-9F8B-32C7C44D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Evidence Screening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AA6FD-7E71-40CC-9511-8FE4AD06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L1–L6 / NO_EVIDENCE / UNDETERMINED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BF997-03A0-4F7B-A791-C61C492E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90A41-6D3C-4306-90DC-F1812CF6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57BCB-B712-4424-B01A-80B506CD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71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C8543-E091-418A-9039-778B2053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Support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F645A-B23E-4C80-9739-663892AF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effective weight /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A9BFA-05D1-4014-9CDA-50049663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1BE9F-EB09-48F5-8658-F89031ED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F0079-D609-4EFA-B9FE-E9EB27AC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71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818D5-40C1-40CF-99D9-0D5389AE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Bounds / Sensitivity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18E1C-90CE-45A5-8547-43D381F8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λ_prompt · λ_context · r_medium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4A6ED-9540-4519-BD2C-5E7A9DCF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43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84128-C143-425A-939F-2C13FDB4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7C77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C7496-4E45-4479-9992-B897450A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AFB52-C5EC-44A1-A2EC-E536DE3C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AIV only if identifiable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F1EA8-2C20-4565-B9C5-F48A23FC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Formal Gate 之后才可进入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B3F693-934C-4C20-B478-C7FBCAB6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3233F"/>
          </a:solidFill>
          <a:ln xmlns:a="http://schemas.openxmlformats.org/drawingml/2006/main" w="9525">
            <a:solidFill>
              <a:srgbClr val="13233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25A4C5-1435-4917-9978-A30C0AD1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原则：如果有效证据权重为 0，返回 NO_EFFECTIVE_EVIDENCE，不把“无法计算”填成 0。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439E5-BF51-4E75-80BF-86B0C423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RESEARCH_CORE_FROZEN_FOR_SUBMISSION · DEVELOPMENT_ONLY · AI_PROVISIONAL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2E2EE-EE47-424D-8880-9E78D7F7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8897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D9C279-EDD8-47A6-B54A-A90D676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Raw vs Adjusted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3697A-3180-448E-B16C-33ECD12F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当前开发数据中，分数保持稳定，但证据支持显著收缩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ECB8C-E9A1-4F10-97D9-525CD2E6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BE673-CA21-457D-859D-43957164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ABL · Raw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2AD7D-B7BB-4A03-80E0-92570C23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3.5625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A0B03-55B4-4ED1-96E1-2AAD49F3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49775-A627-4B77-A23C-286781F6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HOT · Raw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BAF19-24FF-474B-ABCE-D2BDEE9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669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0.375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BF16F-BFAB-4C38-8464-F10DBB6E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19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53359-57CE-42FF-8C9E-914F575C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Gap · Raw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16D6C-06FD-4836-87D1-2EED994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669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1.125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E0797-D359-40F5-87C2-CAE2D353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19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E304E-22A2-4B4D-BDA2-15712339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71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Readable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5B244-4C6C-47C1-8048-D7BCFADB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669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16 / 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44A0B-14FA-4774-A633-ABD3B488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2F028-C78D-4E86-9505-CC9B4683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ABL · Adjusted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4A8A5-8A79-45F2-A8FB-7FD0CE6A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3.5625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C3ED0-D46A-4CB0-BA80-B6400D87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32438-90B7-4315-9A8A-0359F29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HOT · Adjusted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2B6E3-FB9A-4300-8786-5B12C281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956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0.375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C047A-20A0-4566-9253-2E1DA283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80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B8895-91B8-494B-8DFE-7958628C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0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Gap · Adjusted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186B7-922E-434B-8C8A-A3861C5B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956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1.125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0DBA9-EAA8-41F1-8C1D-DB24EC19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5E7C9-F060-4CD0-80C1-EFB432DA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Effective Weight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2BFA9-5344-4CEB-ADD3-1D9B8937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956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16 → 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92D533-7652-48FE-838D-C557F701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7C77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07C5D-A809-4EC5-8F36-0F7A537E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Effective coverage：0.228571 → 0.085714（分母始终为 70 条 development records）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6BF46-6E6B-419C-AB96-F64E6C3B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RESEARCH_CORE_FROZEN_FOR_SUBMISSION · DEVELOPMENT_ONLY · AI_PROVISIONAL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D6EEA-A4D2-42A3-BA44-7E5A557D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7577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1E8A6-98C6-40BD-A390-1DFFD0A5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D3004-AD7B-43AB-B311-76A9E232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λ_prompt 增大时，Score 保持定义范围内稳定，Support 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FAC9C-5BDF-42EE-9B50-AB56BA96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23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E1674-F5D5-4936-ADEA-37EB4BB2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Normalized Score / Evidence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886D3-3BB1-4D30-A55E-9A2D1ACF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81568-225D-4564-BFC3-C3AA2CA7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126BB-E063-424A-BD53-0C4310F2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AB114-35D1-4693-B4EC-8986F2D3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52750"/>
            <a:ext cx="426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EFA3C-28FB-42C3-A099-1F625E9D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6235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A16C8-6426-41BB-BDC5-4E5B992D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719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2D9BD-42FE-429C-82FC-B66C2D74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815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993B7-D9F3-4A62-A1E0-59F7B248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FBF2C-FA2B-43E8-B7BF-30FC88CC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81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DB1A3-C87C-404C-BB96-5785F0EC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81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953B8-EC1F-4282-99E2-682634FC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BE12F-5593-4EB1-B30C-7853D634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81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C439F-4DBA-4F5F-9A7C-41093AC8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81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60F88-43D4-4CB4-BD9E-2DC2673D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λ_prompt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C8BD1-FB68-4B0F-99C2-04CA960D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3.5625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1BAEC-DD09-4D90-AA79-6A822355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22.86%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9A4E7-AD0D-49BC-8F14-4773D75B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18.29%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8C238E-0093-4471-B1DD-1FAD11E6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76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13.71%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2D710-619E-458D-849C-14715ED9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86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4.57%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4007F-8E8A-43FA-BEDF-879B11CB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143250" cy="3238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13087-BCCF-4FE0-A0A2-29ADDD54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读图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6B1D86-D0B1-495A-A336-BDED7AF6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蓝线：Score（归一化）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CADCE-5411-452C-9531-EC6F5AFC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67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橙线：Evidence Support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FA776-BC72-4675-8D26-F09E22FA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λ_prompt = 1.00 时有效权重为 0。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FD6AF5-9309-4A38-B716-53EA9EDD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00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状态：NO_EFFECTIVE_EVIDENCE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80981-047B-4742-8D9C-17240BBD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RESEARCH_CORE_FROZEN_FOR_SUBMISSION · DEVELOPMENT_ONLY · AI_PROVISIONAL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226E3-4A84-46B8-B4C6-62E108C1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0633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AE1476-CB04-4F12-849D-761F31DE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Ablation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3FA53-38F0-4CE6-994B-FC35E016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每个校正组件都要单独说明它改变了什么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9DFD4-4C9F-48CD-AA23-3FB7608C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38814-D690-47C6-AFEE-EA668667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2C5DA-5D47-4459-9929-4251E189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28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设定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01B52-8EB6-4126-BE6E-61D8A902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Effective weight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35B32-526D-43C8-8C5C-B244EFE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28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Coverage / 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02225-692D-46B7-BB5E-7ABD2C3A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E231F-9252-4BC5-B42C-BDA6BD4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812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无校正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24F4F-0676-42C2-A87A-7D1C4A42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16.0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81BA7-A11D-467B-8210-0A4CE730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0.228571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6D5A7-4A99-4D88-88A8-CD3A2C2F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A95D8-0D02-45B0-AC92-43387915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54026-6DE4-44AE-B865-474E74F6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置信度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1A4D1-AD4D-4007-B258-CFC8C1E1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12.0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58668-EF0F-43A4-AEF6-C67ED09C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0.171429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34596-F44D-4E9D-B406-8CAB5CEE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67716-64A0-4BD7-A8F5-53791E0B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14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加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32C43-675D-45FA-8ACE-06C9A518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6.0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A377A-F788-421B-9BF9-714011B3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14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0.085714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EDAFE-FE8B-4018-BCD2-CFF389D7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D72D9-3B0B-43B4-BFA3-78A456C4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F0EB6-E921-4A5F-B46B-DE918133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81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加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81150-4A84-4B58-8B59-07A5A655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6.0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F485F-646E-4CA9-A8C4-3BAC90BD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81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0.085714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6A04B-2353-463B-BC86-55573827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4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F5DCD3-A635-40C9-97D3-E1623246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结论：可靠性校正改变的是支持度；在当前同质证据结构下，归一化 Score 不变。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5085D-D533-4AE0-BDC5-4A4D9D9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RESEARCH_CORE_FROZEN_FOR_SUBMISSION · DEVELOPMENT_ONLY · AI_PROVISIONAL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FBBC08-AEC9-4B0D-B9ED-C347546C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03538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C5BFE-151C-4A5B-A61D-9694884E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Counterexamples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4C30D-7C6D-46F0-BEAB-259C93CC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四条真实开发记录展示了“看起来有分数”与“证据足够”之间的落差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D511C-0187-4907-85A5-54EA7E98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137D7-AB76-44C0-9E9E-F6772635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可判读但来源单一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FFCFE-05B1-4E99-B630-9DBF602F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prompt_induced=true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0C1AC-6992-4FB5-A54D-C815264A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评分进入模型，支持权重需要折减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39EAE-92E8-4294-91B0-F7279CB1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75645-E1CB-4A15-817F-3A34306C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可判读但上下文不足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56020-C3DB-4663-BE2E-A20EC25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context_truncated=true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96F50-EADC-4171-B29D-B4F8B472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同一分数对上下文假设敏感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0DCAD-7309-4015-9BED-EA04ECB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443D6-5578-4D2C-8BCD-B22AEA91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NO_EVIDENCE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5BCCD-293E-4D0C-A236-46BED05F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76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无法进入 L1–L6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DC92D-456B-4446-BBFF-D17ECAF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766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不填 0，不参与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B64F7-BF40-4C99-A07B-329BE951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A2825-906C-4F62-9F68-AE8FD8CF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UNDETERMINED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8BF70-C251-495C-8044-5143821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规则无法安全判定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1D9F8-7A2B-4B2A-A1CE-4D7C5662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留作人工 Gate 重点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3D9D3-8840-4F75-9FBA-E19C834D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3233F"/>
          </a:solidFill>
          <a:ln xmlns:a="http://schemas.openxmlformats.org/drawingml/2006/main" w="9525">
            <a:solidFill>
              <a:srgbClr val="13233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2A4EF-FB62-480E-B432-7C2C0216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2452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Development evidence is for failure discovery, not a formal AIV claim.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9FD1B-490C-4F1E-A9A7-14636DF2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RESEARCH_CORE_FROZEN_FOR_SUBMISSION · DEVELOPMENT_ONLY · AI_PROVISIONAL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BAF92-9644-43DF-BFF2-C14ADEF8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6788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BD3DA-9869-4563-97BB-BC26EC8D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Human Validation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5E3ED-0E50-4C24-8039-6558F7D3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正式人工 R1 / R2 决定哪些测量结果可以进入 Formal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CAB65-43EC-4DF1-9052-D2FC4409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67788-5E18-4770-9679-564C8480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当前状态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041DC-EFAC-43F9-BD04-A6E9A612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NOT_AVAILABLE_PENDING_FORMAL_GATE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7EFB2-5917-4EB5-A518-1A7B35F6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Formal AIV：不可用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D7CFF-E778-4ECF-9948-573ABD03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人工 R1 与 R2 完成后，按冻结阈值运行 Gate。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20823-78D5-4B91-AB8E-7914473F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486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4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EF915-A022-43F0-8735-5C911DD5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Gate 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43C18-7AAE-47D7-8612-D8413BE5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R1：pilot_worksheet_A.csv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D1DB0-A330-48D2-BF69-A0B3E60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R2：至少间隔 24 小时的 retest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D120F-FDC4-4BE0-926F-912DB61A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输出：test-retest reliability、双轴 gap、可执行性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32C92-8BAB-49D2-87B1-2302107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434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当前阶段不读取、不推断、不替代人工标签。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FD719-E6B5-4CDA-9BBD-96D6157F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RESEARCH_CORE_FROZEN_FOR_SUBMISSION · DEVELOPMENT_ONLY · AI_PROVISIONAL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45551-01CA-4A13-A2BF-71B579F6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86454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5E746-FB3D-4A62-A925-8CD19A12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482F7-75A4-4136-BDBE-563DCE0C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现场演示只做一件事：把 Score 与 Evidence Support 同时显示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E9126-5629-4820-9CA2-2296804F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B3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3CA17-A9EA-413E-9574-2853DD4D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DEVELOPMENT_ONLY · AI_PROVISIONAL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7C9D0-A428-49FD-A981-B1C879E7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70 条 development records · 16 条 Interpretable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5BF56-64F7-49C6-A068-96BBD8EA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BCF74-FE6B-4C3E-86B2-418458BC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λ_prompt = 0.00 → 0.80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095CA-9275-4EF1-8C70-0605AA7A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F6020-E932-4560-A4C4-4D85F734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95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3.5625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E0BB0-1C17-4A00-B999-EE0B3BDF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EF581-9037-4D85-88B4-875275C7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481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22.86% → 4.57%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EF26B-D4E3-485C-89D8-E4F4BF60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5410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233F"/>
          </a:solidFill>
          <a:ln xmlns:a="http://schemas.openxmlformats.org/drawingml/2006/main" w="9525">
            <a:solidFill>
              <a:srgbClr val="13233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261C4-25BA-4A55-BBCC-56E8A8EC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λ_prompt = 1.00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7868F-683C-4802-8EB5-BFD74DEA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CA5A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CA5A5"/>
                </a:solidFill>
                <a:latin typeface="Aptos"/>
                <a:ea typeface="Aptos"/>
                <a:cs typeface="Aptos"/>
              </a:rPr>
              <a:t>NO_EFFECTIVE_EVIDENCE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2785E-BD91-4C2B-B337-EBF0A0AF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 不显示为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D1D78-0BF1-44F9-9DE6-124D915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RESEARCH_CORE_FROZEN_FOR_SUBMISSION · DEVELOPMENT_ONLY · AI_PROVISIONAL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A8D8A-7F3C-4229-AE31-11F26F78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75575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182AA-A425-44FC-9B8E-62418A89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1EABF-3FB7-46D6-9A83-8E027BEB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一条可复现、可审计、边界清楚的比赛闭环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60077-1C4C-48C4-9FBB-04F70FD0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375F"/>
          </a:solidFill>
          <a:ln xmlns:a="http://schemas.openxmlformats.org/drawingml/2006/main" w="9525">
            <a:solidFill>
              <a:srgbClr val="3E5B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8C7EF-D0CF-484B-A8C3-537D8B69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Measurement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71DB0-981D-484A-9C7A-B554EAD1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002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375F"/>
          </a:solidFill>
          <a:ln xmlns:a="http://schemas.openxmlformats.org/drawingml/2006/main" w="9525">
            <a:solidFill>
              <a:srgbClr val="3E5B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84B77-2188-4BB8-9A0C-330E83AE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716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Reliability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CC29D-4861-4D02-A36B-116CB573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02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375F"/>
          </a:solidFill>
          <a:ln xmlns:a="http://schemas.openxmlformats.org/drawingml/2006/main" w="9525">
            <a:solidFill>
              <a:srgbClr val="3E5B8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69BCA-2946-4244-BAC7-9B5FCB0E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716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vs Adjusted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B0690-908B-4174-B307-300CA91D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375F"/>
          </a:solidFill>
          <a:ln xmlns:a="http://schemas.openxmlformats.org/drawingml/2006/main" w="9525">
            <a:solidFill>
              <a:srgbClr val="3E5B8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84D3C-33DF-47C5-9BAB-64C985E1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E1E65-A757-4B43-B37E-099C91A6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375F"/>
          </a:solidFill>
          <a:ln xmlns:a="http://schemas.openxmlformats.org/drawingml/2006/main" w="9525">
            <a:solidFill>
              <a:srgbClr val="3E5B8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3E351-81B0-4F3C-989B-6FE745F9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BCA66-9D6A-476B-8A97-76EB957B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375F"/>
          </a:solidFill>
          <a:ln xmlns:a="http://schemas.openxmlformats.org/drawingml/2006/main" w="9525">
            <a:solidFill>
              <a:srgbClr val="3E5B8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F4D1D-6BD8-4814-8897-EC52205C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Counterexamples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2DD54-DFCE-4EC2-9463-46289E7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C2D12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A5F22-0DC7-4220-91FD-C1D8A636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Validation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9710E-44E2-4E7E-9CE0-E1CF0B6F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052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375F"/>
          </a:solidFill>
          <a:ln xmlns:a="http://schemas.openxmlformats.org/drawingml/2006/main" w="9525">
            <a:solidFill>
              <a:srgbClr val="3E5B8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00537-9FB6-47C2-BC0F-A117CEF4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66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80461-92E0-4EE1-BC2E-BDD7350B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052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375F"/>
          </a:solidFill>
          <a:ln xmlns:a="http://schemas.openxmlformats.org/drawingml/2006/main" w="9525">
            <a:solidFill>
              <a:srgbClr val="3E5B8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65B70-C21D-44F8-BFC0-3DA5AC40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Paper + PPT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DFDD6-E0AA-4088-ABB3-FDDF0A4A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DB7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DB7E8"/>
                </a:solidFill>
                <a:latin typeface="Aptos"/>
                <a:ea typeface="Aptos"/>
                <a:cs typeface="Aptos"/>
              </a:rPr>
              <a:t>当前可交付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1823F-AB93-4C4E-88D3-F8B401EF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RESEARCH_CORE_FROZEN_FOR_SUBMISSION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350D1-0BE6-4601-B480-06BF3B98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CA5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CA5A5"/>
                </a:solidFill>
                <a:latin typeface="Aptos"/>
                <a:ea typeface="Aptos"/>
                <a:cs typeface="Aptos"/>
              </a:rPr>
              <a:t>Formal AIV：NOT_AVAILABLE_PENDING_FORMAL_GATE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75AD1-7121-4705-8ED4-F615DAAA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评分稳定 ≠ 证据支持稳定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C5FD9-E4C4-473A-9D68-81A6F2A2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RESEARCH_CORE_FROZEN_FOR_SUBMISSION · DEVELOPMENT_ONLY · AI_PROVISIONAL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ECB4B-4BF5-45F8-B5B8-8CEEF345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5526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2026-09-26T03:01:18.7500000Z</dcterms:created>
  <dcterms:modified xsi:type="dcterms:W3CDTF">2026-09-26T03:01:18.7500000Z</dcterms:modified>
</coreProperties>
</file>