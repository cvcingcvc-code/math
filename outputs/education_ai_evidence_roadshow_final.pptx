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14" Type="http://schemas.openxmlformats.org/officeDocument/2006/relationships/viewProps" Target="viewProps.xml" /><Relationship Id="rId11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公共缩放退化：分数不动，但支持下降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稳定的归一化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score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不能替代稳定的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evidence support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381000" y="1390650"/>
            <a:ext cx="733425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1126" t="0" r="1126" b="0"/>
          <a:stretch>
            <a:fillRect/>
          </a:stretch>
        </p:blipFill>
        <p:spPr>
          <a:xfrm rot="0" flipH="0" flipV="0">
            <a:off x="495300" y="1504950"/>
            <a:ext cx="7086600" cy="4229100"/>
          </a:xfrm>
          <a:prstGeom prst="rect">
            <a:avLst/>
          </a:prstGeom>
          <a:ln/>
        </p:spPr>
      </p:pic>
      <p:sp>
        <p:nvSpPr>
          <p:cNvPr id="8" name=""/>
          <p:cNvSpPr/>
          <p:nvPr/>
        </p:nvSpPr>
        <p:spPr>
          <a:xfrm rot="0" flipH="0" flipV="0">
            <a:off x="7981950" y="1390650"/>
            <a:ext cx="3829050" cy="4476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210550" y="16192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锁定机制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210550" y="2076450"/>
            <a:ext cx="33718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16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条可判读记录共享：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210550" y="2590800"/>
            <a:ext cx="3371850" cy="1352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prompt=true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context=false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confidence=medium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 = 0.375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8210550" y="4114800"/>
            <a:ext cx="3371850" cy="742950"/>
          </a:xfrm>
          <a:custGeom>
            <a:pathLst>
              <a:path w="354" h="78">
                <a:moveTo>
                  <a:pt x="0" y="0"/>
                </a:moveTo>
                <a:lnTo>
                  <a:pt x="354" y="0"/>
                </a:lnTo>
                <a:lnTo>
                  <a:pt x="354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210550" y="426720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weight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16 → 12 → 6 → 6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210550" y="459105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coverage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0.228571 → 0.085714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81000" y="6124575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ABL / HOT / Gap = 3.5625 / 0.375 / 1.125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Raw=Adjusted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，不是提升）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1353800" y="6143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为什么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Raw Signal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不够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表现水平与证据支持必须分开报告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81000" y="1390650"/>
            <a:ext cx="666750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6761" t="0" r="6761" b="0"/>
          <a:stretch>
            <a:fillRect/>
          </a:stretch>
        </p:blipFill>
        <p:spPr>
          <a:xfrm rot="0" flipH="0" flipV="0">
            <a:off x="495300" y="1504950"/>
            <a:ext cx="6438900" cy="4343400"/>
          </a:xfrm>
          <a:prstGeom prst="rect">
            <a:avLst/>
          </a:prstGeom>
          <a:ln/>
        </p:spPr>
      </p:pic>
      <p:sp>
        <p:nvSpPr>
          <p:cNvPr id="45" name=""/>
          <p:cNvSpPr/>
          <p:nvPr/>
        </p:nvSpPr>
        <p:spPr>
          <a:xfrm rot="0" flipH="0" flipV="0">
            <a:off x="7315200" y="1390650"/>
            <a:ext cx="4381500" cy="4572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524750" y="1600200"/>
            <a:ext cx="39624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两个独立问题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524750" y="2105025"/>
            <a:ext cx="3962400" cy="3905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Raw Signal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：观察到的表现水平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524750" y="2686050"/>
            <a:ext cx="39624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Evidence Reliability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：这些观察能否支撑结论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524750" y="3648075"/>
            <a:ext cx="4010025" cy="371475"/>
          </a:xfrm>
          <a:custGeom>
            <a:pathLst>
              <a:path w="421" h="39">
                <a:moveTo>
                  <a:pt x="0" y="0"/>
                </a:moveTo>
                <a:lnTo>
                  <a:pt x="5" y="0"/>
                </a:lnTo>
                <a:lnTo>
                  <a:pt x="5" y="39"/>
                </a:lnTo>
                <a:lnTo>
                  <a:pt x="0" y="39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724775" y="3648075"/>
            <a:ext cx="3762375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D9534F"/>
                </a:solidFill>
                <a:latin typeface="Microsoft YaHei"/>
                <a:ea typeface="Microsoft YaHei"/>
              </a:rPr>
              <a:t>归一化分数不变，不代表支持范围不变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冻结图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F2 · Raw vs Adjusted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Reliability-aware evaluation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从观察证据到可审查决策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81000" y="1219200"/>
            <a:ext cx="11430000" cy="44958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17857" r="0" b="17857"/>
          <a:stretch>
            <a:fillRect/>
          </a:stretch>
        </p:blipFill>
        <p:spPr>
          <a:xfrm rot="0" flipH="0" flipV="0">
            <a:off x="381000" y="1371600"/>
            <a:ext cx="11430000" cy="4286250"/>
          </a:xfrm>
          <a:prstGeom prst="rect">
            <a:avLst/>
          </a:prstGeom>
          <a:ln/>
        </p:spPr>
      </p:pic>
      <p:sp>
        <p:nvSpPr>
          <p:cNvPr id="60" name=""/>
          <p:cNvSpPr/>
          <p:nvPr/>
        </p:nvSpPr>
        <p:spPr>
          <a:xfrm rot="0" flipH="0" flipV="0">
            <a:off x="381000" y="5715000"/>
            <a:ext cx="11430000" cy="6477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14350" y="5915025"/>
            <a:ext cx="11163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wᵢ = I(observableᵢ) · cᵢ · (1 − λprompt·pᵢ) · (1 − λcontext·tᵢ)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　　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Adjustedᵢ = Rawᵢ × wᵢ</a:t>
            </a:r>
            <a:r>
              <a:rPr lang="zh-CN" sz="1575">
                <a:solidFill>
                  <a:srgbClr val="0E3F8C"/>
                </a:solidFill>
                <a:latin typeface="Microsoft YaHei"/>
                <a:ea typeface="Microsoft YaHei"/>
              </a:rPr>
              <a:t>　　</a:t>
            </a:r>
            <a:r>
              <a:rPr lang="en-US" sz="1575">
                <a:solidFill>
                  <a:srgbClr val="0E3F8C"/>
                </a:solidFill>
                <a:latin typeface="Microsoft YaHei"/>
                <a:ea typeface="Microsoft YaHei"/>
              </a:rPr>
              <a:t>Ceff = Σwᵢ / N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R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是支持权重，不是校准概率；无证据时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fail-closed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353800" y="6477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Development slice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：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70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条记录，只有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16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条可判读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381000" y="1390650"/>
            <a:ext cx="2857500" cy="4476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24003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70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2400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FFFFF"/>
                </a:solidFill>
                <a:latin typeface="Microsoft YaHei"/>
                <a:ea typeface="Microsoft YaHei"/>
              </a:rPr>
              <a:t>AI provisional records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3419475"/>
            <a:ext cx="2400300" cy="9525"/>
          </a:xfrm>
          <a:prstGeom prst="rect">
            <a:avLst/>
          </a:prstGeom>
          <a:solidFill>
            <a:srgbClr val="8EB5F0"/>
          </a:solidFill>
          <a:ln/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2466975" cy="1685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16 readable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19 NO_EVIDENCE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35 UNDETERMINED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DCEBFF"/>
                </a:solidFill>
                <a:latin typeface="Microsoft YaHei"/>
                <a:ea typeface="Microsoft YaHei"/>
              </a:rPr>
              <a:t>54 NO_EFFECTIVE_EVIDENCE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505200" y="1390650"/>
            <a:ext cx="830580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0" t="4812" r="0" b="4812"/>
          <a:stretch>
            <a:fillRect/>
          </a:stretch>
        </p:blipFill>
        <p:spPr>
          <a:xfrm rot="0" flipH="0" flipV="0">
            <a:off x="3619500" y="1504950"/>
            <a:ext cx="8058150" cy="4248150"/>
          </a:xfrm>
          <a:prstGeom prst="rect">
            <a:avLst/>
          </a:prstGeom>
          <a:ln/>
        </p:spPr>
      </p:pic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54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不是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 54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个零分，而是没有有效证据支持数值判断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公共缩放退化：分数不动，但支持下降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稳定的归一化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score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不能替代稳定的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evidence support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81000" y="1390650"/>
            <a:ext cx="733425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1126" t="0" r="1126" b="0"/>
          <a:stretch>
            <a:fillRect/>
          </a:stretch>
        </p:blipFill>
        <p:spPr>
          <a:xfrm rot="0" flipH="0" flipV="0">
            <a:off x="495300" y="1504950"/>
            <a:ext cx="7086600" cy="4229100"/>
          </a:xfrm>
          <a:prstGeom prst="rect">
            <a:avLst/>
          </a:prstGeom>
          <a:ln/>
        </p:spPr>
      </p:pic>
      <p:sp>
        <p:nvSpPr>
          <p:cNvPr id="84" name=""/>
          <p:cNvSpPr/>
          <p:nvPr/>
        </p:nvSpPr>
        <p:spPr>
          <a:xfrm rot="0" flipH="0" flipV="0">
            <a:off x="7981950" y="1390650"/>
            <a:ext cx="3829050" cy="4476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210550" y="1619250"/>
            <a:ext cx="3371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锁定机制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210550" y="2076450"/>
            <a:ext cx="33718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16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条可判读记录共享：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210550" y="2590800"/>
            <a:ext cx="3371850" cy="1352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prompt=true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context=false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confidence=medium</a:t>
            </a:r>
            <a:endParaRPr/>
          </a:p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 = 0.375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210550" y="4114800"/>
            <a:ext cx="3371850" cy="742950"/>
          </a:xfrm>
          <a:custGeom>
            <a:pathLst>
              <a:path w="354" h="78">
                <a:moveTo>
                  <a:pt x="0" y="0"/>
                </a:moveTo>
                <a:lnTo>
                  <a:pt x="354" y="0"/>
                </a:lnTo>
                <a:lnTo>
                  <a:pt x="354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210550" y="426720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weight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16 → 12 → 6 → 6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210550" y="4591050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coverage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0.228571 → 0.085714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6124575"/>
            <a:ext cx="544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ABL / HOT / Gap = 3.5625 / 0.375 / 1.125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Raw=Adjusted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，不是提升）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353800" y="6143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81000" y="44767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五条验证路径，回答同一个问题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当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score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看似稳定时，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evidence support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是否也稳定？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81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52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01 Robustness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52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693 = 21×11×3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660 defined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33 undefined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2667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2838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02 Perturbation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2838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±10% / ±20%</a:t>
            </a:r>
            <a:endParaRPr/>
          </a:p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0 flips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ranking N/A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4953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124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03 Ablation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124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support falls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coverage falls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score can persist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239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410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04 Failure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410450" y="1990725"/>
            <a:ext cx="222885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ABSTAIN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NO_EFFECTIVE_EVIDENCE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not zero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9525000" y="1447800"/>
            <a:ext cx="2133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696450" y="1619250"/>
            <a:ext cx="179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05 Transfer / ML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696450" y="1990725"/>
            <a:ext cx="1790700" cy="9144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constraint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not superiority</a:t>
            </a:r>
            <a:endParaRPr/>
          </a:p>
          <a:p>
            <a:pPr>
              <a:lnSpc>
                <a:spcPct val="14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not generalization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381000" y="5219700"/>
            <a:ext cx="11430000" cy="857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71500" y="5495925"/>
            <a:ext cx="110490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FFFFFF"/>
                </a:solidFill>
                <a:latin typeface="Microsoft YaHei"/>
                <a:ea typeface="Microsoft YaHei"/>
              </a:rPr>
              <a:t>五条路径不是五个新主张，而是同一个可审查问题的五种压力测试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81000" y="619125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不新增实验解释，只收束既有冻结证据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353800" y="61912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失败不是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0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分：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ABSTAIN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与</a:t>
            </a: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 NO_EFFECTIVE_EVIDENCE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381000" y="1390650"/>
            <a:ext cx="657225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6381" t="0" r="6381" b="0"/>
          <a:stretch>
            <a:fillRect/>
          </a:stretch>
        </p:blipFill>
        <p:spPr>
          <a:xfrm rot="0" flipH="0" flipV="0">
            <a:off x="495300" y="1504950"/>
            <a:ext cx="6324600" cy="4229100"/>
          </a:xfrm>
          <a:prstGeom prst="rect">
            <a:avLst/>
          </a:prstGeom>
          <a:ln/>
        </p:spPr>
      </p:pic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429500" y="1600200"/>
            <a:ext cx="39624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三个反例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7429500" y="2047875"/>
            <a:ext cx="3962400" cy="866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562850" y="2181225"/>
            <a:ext cx="36957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P108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L6 · R=0.375 · Adj=2.25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562850" y="25527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LOW_SUPPORT / ABSTAIN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7429500" y="3076575"/>
            <a:ext cx="3962400" cy="86677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562850" y="3209925"/>
            <a:ext cx="36957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P105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L2 · R=0.375 · Adj=0.75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562850" y="35814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LOW_SUPPORT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429500" y="4105275"/>
            <a:ext cx="3962400" cy="866775"/>
          </a:xfrm>
          <a:prstGeom prst="rect">
            <a:avLst/>
          </a:prstGeom>
          <a:ln w="254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562850" y="4238625"/>
            <a:ext cx="3695700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P072 / P035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Adjusted=null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562850" y="46101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NO_EFFECTIVE_EVIDENCE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429500" y="5133975"/>
            <a:ext cx="39624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ABSTAIN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是合理输出，不是模型失败。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265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无有效证据时不填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 0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，避免制造虚假的确定性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353800" y="6096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E3F8C"/>
                </a:solidFill>
                <a:latin typeface="Microsoft YaHei"/>
                <a:ea typeface="Microsoft YaHei"/>
              </a:rPr>
              <a:t>Challenger </a:t>
            </a: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与外部迁移：支持边界同样重要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381000" y="1390650"/>
            <a:ext cx="4191000" cy="4476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90550" y="1600200"/>
            <a:ext cx="3771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ML Challenger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90550" y="2047875"/>
            <a:ext cx="3771900" cy="1047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LogReg ≈ 0.876</a:t>
            </a:r>
            <a:endParaRPr/>
          </a:p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Tree ≈ 0.919</a:t>
            </a:r>
            <a:endParaRPr/>
          </a:p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RF ≈ 0.922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590550" y="3238500"/>
            <a:ext cx="3771900" cy="876300"/>
          </a:xfrm>
          <a:custGeom>
            <a:pathLst>
              <a:path w="396" h="92">
                <a:moveTo>
                  <a:pt x="0" y="0"/>
                </a:moveTo>
                <a:lnTo>
                  <a:pt x="396" y="0"/>
                </a:lnTo>
                <a:lnTo>
                  <a:pt x="396" y="2"/>
                </a:lnTo>
                <a:lnTo>
                  <a:pt x="0" y="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90550" y="3390900"/>
            <a:ext cx="3771900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RF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跨学期：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0.588</a:t>
            </a:r>
            <a:endParaRPr/>
          </a:p>
          <a:p>
            <a:pPr>
              <a:lnSpc>
                <a:spcPct val="14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缺失后：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0.71–0.81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90550" y="4238625"/>
            <a:ext cx="3857625" cy="3143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INSUFFICIENT_FOR_STRONG_ML_CLAIM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800600" y="1390650"/>
            <a:ext cx="6858000" cy="4476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rcRect l="4410" t="0" r="4410" b="0"/>
          <a:stretch>
            <a:fillRect/>
          </a:stretch>
        </p:blipFill>
        <p:spPr>
          <a:xfrm rot="0" flipH="0" flipV="0">
            <a:off x="4914900" y="1504950"/>
            <a:ext cx="6610350" cy="4229100"/>
          </a:xfrm>
          <a:prstGeom prst="rect">
            <a:avLst/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BTC n=1698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Gate1/2 SUPPORTED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Gate3 NOT SUPPORTED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risk-coverage improvement=false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353800" y="6096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381000" y="381000"/>
            <a:ext cx="11430000" cy="838200"/>
          </a:xfrm>
          <a:custGeom>
            <a:pathLst>
              <a:path w="1200" h="88">
                <a:moveTo>
                  <a:pt x="0" y="85"/>
                </a:moveTo>
                <a:lnTo>
                  <a:pt x="1200" y="85"/>
                </a:lnTo>
                <a:lnTo>
                  <a:pt x="12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81000" y="581025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Microsoft YaHei"/>
                <a:ea typeface="Microsoft YaHei"/>
              </a:rPr>
              <a:t>研究边界：现在能说什么，不能说什么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381000" y="1390650"/>
            <a:ext cx="11430000" cy="10287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1762125"/>
            <a:ext cx="476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543050" y="1781175"/>
            <a:ext cx="6562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AI_PROVISIONAL · DEVELOPMENT_ONLY · NOT_HUMAN_VALIDATED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381000" y="2590800"/>
            <a:ext cx="2705100" cy="16478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52450" y="276225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Human Gate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52450" y="3105150"/>
            <a:ext cx="2362200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R1 = 0/70</a:t>
            </a:r>
            <a:endParaRPr/>
          </a:p>
          <a:p>
            <a:pPr>
              <a:lnSpc>
                <a:spcPct val="14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R2 = 0/70</a:t>
            </a:r>
            <a:endParaRPr/>
          </a:p>
          <a:p>
            <a:pPr>
              <a:lnSpc>
                <a:spcPct val="14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Formal Gate = NOT_RUN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3257550" y="2590800"/>
            <a:ext cx="2705100" cy="1428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429000" y="276225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AI Increment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429000" y="310515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NOT_SUPPORTED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429000" y="3409950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无合法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paired outcome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134100" y="2590800"/>
            <a:ext cx="5562600" cy="14287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305550" y="2762250"/>
            <a:ext cx="521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可支持的结论级别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305550" y="3105150"/>
            <a:ext cx="5219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descriptive / structural · Evidence Level 1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381000" y="4191000"/>
            <a:ext cx="11430000" cy="1695450"/>
          </a:xfrm>
          <a:prstGeom prst="rect">
            <a:avLst/>
          </a:prstGeom>
          <a:ln w="254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52450" y="4362450"/>
            <a:ext cx="1108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不可声称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52450" y="4714875"/>
            <a:ext cx="110871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提高学习效果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causal learning gain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准确率提升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交易优势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通用泛化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ML winner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边界不是附注，而是结果可信度的一部分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353800" y="60960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381000" y="381000"/>
            <a:ext cx="11430000" cy="952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90550" y="638175"/>
            <a:ext cx="110109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结论与现场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Demo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381000" y="1333500"/>
            <a:ext cx="11430000" cy="2095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85800" y="1990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Score Stability ≠ Evidence Support Stability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5800" y="2514600"/>
            <a:ext cx="10820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稳定的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score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不能替代稳定的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evidence support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381000" y="3676650"/>
            <a:ext cx="257175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7150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01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研究问题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71500" y="4248150"/>
            <a:ext cx="2190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Observed result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能否可靠解释？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3105150" y="3676650"/>
            <a:ext cx="257175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29565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02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模型链路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295650" y="4248150"/>
            <a:ext cx="2190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Raw → Reliability → Support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829300" y="3676650"/>
            <a:ext cx="257175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1980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03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主结果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19800" y="4248150"/>
            <a:ext cx="2190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70 / 16 / 54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coverage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下降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8553450" y="3676650"/>
            <a:ext cx="257175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743950" y="3867150"/>
            <a:ext cx="2190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04 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失败案例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743950" y="4248150"/>
            <a:ext cx="21907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P108 → ABSTAIN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381000" y="6048375"/>
            <a:ext cx="2981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现场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fallback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：离线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Demo + F1–F6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冻结图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353800" y="6067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10 / 10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2026-09-27T02:09:10Z</dcterms:created>
  <dcterms:modified xsi:type="dcterms:W3CDTF">2026-09-27T02:09:10Z</dcterms:modified>
</cp:coreProperties>
</file>